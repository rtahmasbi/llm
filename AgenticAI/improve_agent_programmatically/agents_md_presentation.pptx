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AGENTS.md</c:v>
                </c:pt>
              </c:strCache>
            </c:strRef>
          </c:tx>
          <c:spPr>
            <a:solidFill>
              <a:srgbClr val="E2E8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Commands
Run Clean</c:v>
                  </c:pt>
                  <c:pt idx="1">
                    <c:v>Convention
Accuracy</c:v>
                  </c:pt>
                  <c:pt idx="2">
                    <c:v>Task 1st-Pass
Rate</c:v>
                  </c:pt>
                  <c:pt idx="3">
                    <c:v>Novelty
vs README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</c:v>
                </c:pt>
                <c:pt idx="1">
                  <c:v>51</c:v>
                </c:pt>
                <c:pt idx="2">
                  <c:v>55</c:v>
                </c:pt>
                <c:pt idx="3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 AGENTS.md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Commands
Run Clean</c:v>
                  </c:pt>
                  <c:pt idx="1">
                    <c:v>Convention
Accuracy</c:v>
                  </c:pt>
                  <c:pt idx="2">
                    <c:v>Task 1st-Pass
Rate</c:v>
                  </c:pt>
                  <c:pt idx="3">
                    <c:v>Novelty
vs README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95</c:v>
                </c:pt>
                <c:pt idx="1">
                  <c:v>83</c:v>
                </c:pt>
                <c:pt idx="2">
                  <c:v>78</c:v>
                </c:pt>
                <c:pt idx="3">
                  <c:v>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v0 Baseline</c:v>
                </c:pt>
              </c:strCache>
            </c:strRef>
          </c:tx>
          <c:spPr>
            <a:solidFill>
              <a:srgbClr val="E2E8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Command
Validity</c:v>
                  </c:pt>
                  <c:pt idx="1">
                    <c:v>Section
Coverage</c:v>
                  </c:pt>
                  <c:pt idx="2">
                    <c:v>Specificity</c:v>
                  </c:pt>
                  <c:pt idx="3">
                    <c:v>Novelty</c:v>
                  </c:pt>
                  <c:pt idx="4">
                    <c:v>Density</c:v>
                  </c:pt>
                  <c:pt idx="5">
                    <c:v>Actionability</c:v>
                  </c:pt>
                  <c:pt idx="6">
                    <c:v>Parsability</c:v>
                  </c:pt>
                  <c:pt idx="7">
                    <c:v>Grounding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</c:v>
                </c:pt>
                <c:pt idx="1">
                  <c:v>33</c:v>
                </c:pt>
                <c:pt idx="2">
                  <c:v>20</c:v>
                </c:pt>
                <c:pt idx="3">
                  <c:v>40</c:v>
                </c:pt>
                <c:pt idx="4">
                  <c:v>30</c:v>
                </c:pt>
                <c:pt idx="5">
                  <c:v>35</c:v>
                </c:pt>
                <c:pt idx="6">
                  <c:v>70</c:v>
                </c:pt>
                <c:pt idx="7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v1</c:v>
                </c:pt>
              </c:strCache>
            </c:strRef>
          </c:tx>
          <c:spPr>
            <a:solidFill>
              <a:srgbClr val="9BC2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Command
Validity</c:v>
                  </c:pt>
                  <c:pt idx="1">
                    <c:v>Section
Coverage</c:v>
                  </c:pt>
                  <c:pt idx="2">
                    <c:v>Specificity</c:v>
                  </c:pt>
                  <c:pt idx="3">
                    <c:v>Novelty</c:v>
                  </c:pt>
                  <c:pt idx="4">
                    <c:v>Density</c:v>
                  </c:pt>
                  <c:pt idx="5">
                    <c:v>Actionability</c:v>
                  </c:pt>
                  <c:pt idx="6">
                    <c:v>Parsability</c:v>
                  </c:pt>
                  <c:pt idx="7">
                    <c:v>Grounding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82</c:v>
                </c:pt>
                <c:pt idx="1">
                  <c:v>62</c:v>
                </c:pt>
                <c:pt idx="2">
                  <c:v>55</c:v>
                </c:pt>
                <c:pt idx="3">
                  <c:v>60</c:v>
                </c:pt>
                <c:pt idx="4">
                  <c:v>58</c:v>
                </c:pt>
                <c:pt idx="5">
                  <c:v>65</c:v>
                </c:pt>
                <c:pt idx="6">
                  <c:v>80</c:v>
                </c:pt>
                <c:pt idx="7">
                  <c:v>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Command
Validity</c:v>
                  </c:pt>
                  <c:pt idx="1">
                    <c:v>Section
Coverage</c:v>
                  </c:pt>
                  <c:pt idx="2">
                    <c:v>Specificity</c:v>
                  </c:pt>
                  <c:pt idx="3">
                    <c:v>Novelty</c:v>
                  </c:pt>
                  <c:pt idx="4">
                    <c:v>Density</c:v>
                  </c:pt>
                  <c:pt idx="5">
                    <c:v>Actionability</c:v>
                  </c:pt>
                  <c:pt idx="6">
                    <c:v>Parsability</c:v>
                  </c:pt>
                  <c:pt idx="7">
                    <c:v>Grounding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95</c:v>
                </c:pt>
                <c:pt idx="1">
                  <c:v>80</c:v>
                </c:pt>
                <c:pt idx="2">
                  <c:v>75</c:v>
                </c:pt>
                <c:pt idx="3">
                  <c:v>78</c:v>
                </c:pt>
                <c:pt idx="4">
                  <c:v>74</c:v>
                </c:pt>
                <c:pt idx="5">
                  <c:v>82</c:v>
                </c:pt>
                <c:pt idx="6">
                  <c:v>88</c:v>
                </c:pt>
                <c:pt idx="7">
                  <c:v>85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v3 Final</c:v>
                </c:pt>
              </c:strCache>
            </c:strRef>
          </c:tx>
          <c:spPr>
            <a:solidFill>
              <a:srgbClr val="1A2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Command
Validity</c:v>
                  </c:pt>
                  <c:pt idx="1">
                    <c:v>Section
Coverage</c:v>
                  </c:pt>
                  <c:pt idx="2">
                    <c:v>Specificity</c:v>
                  </c:pt>
                  <c:pt idx="3">
                    <c:v>Novelty</c:v>
                  </c:pt>
                  <c:pt idx="4">
                    <c:v>Density</c:v>
                  </c:pt>
                  <c:pt idx="5">
                    <c:v>Actionability</c:v>
                  </c:pt>
                  <c:pt idx="6">
                    <c:v>Parsability</c:v>
                  </c:pt>
                  <c:pt idx="7">
                    <c:v>Grounding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98</c:v>
                </c:pt>
                <c:pt idx="1">
                  <c:v>90</c:v>
                </c:pt>
                <c:pt idx="2">
                  <c:v>85</c:v>
                </c:pt>
                <c:pt idx="3">
                  <c:v>85</c:v>
                </c:pt>
                <c:pt idx="4">
                  <c:v>82</c:v>
                </c:pt>
                <c:pt idx="5">
                  <c:v>90</c:v>
                </c:pt>
                <c:pt idx="6">
                  <c:v>92</c:v>
                </c:pt>
                <c:pt idx="7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E7C7B">
              <a:alpha val="12000"/>
            </a:srgbClr>
          </a:solidFill>
          <a:ln w="12700">
            <a:solidFill>
              <a:srgbClr val="0E7C7B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A8A6"/>
                </a:solidFill>
              </a:rPr>
              <a:t>AGENTS.MD GENERATION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 Better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14A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AGENTS.MD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6EAF8"/>
                </a:solidFill>
              </a:rPr>
              <a:t>Approach · Evaluation · Tradeoffs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64592" y="4572000"/>
            <a:ext cx="8979408" cy="571500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59943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Open-source project: FastAPI  ·  READMEs for machines, not just humans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53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</a:rPr>
              <a:t>Problem &amp; Project Choice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Why AGENTS.md matters; choosing FastAPI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05840"/>
            <a:ext cx="64008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78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1353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</a:rPr>
              <a:t>Approach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645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Multi-signal pipeline: static analysis → LLM synthesis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64008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0789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1353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</a:rPr>
              <a:t>The AGENTS.md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72200" y="1645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Key sections and what makes it 'better'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42316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423160"/>
            <a:ext cx="64008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4963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2770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</a:rPr>
              <a:t>Iterative Improvement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063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Baseline → eval → rewrite loop with 8 metrics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54680" y="242316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423160"/>
            <a:ext cx="64008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4963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0" y="2770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</a:rPr>
              <a:t>Evaluation Framework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3063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How we define and measure 'better'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242316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423160"/>
            <a:ext cx="64008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4963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72200" y="2770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</a:rPr>
              <a:t>Tradeoffs &amp; Alternatives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3063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What we considered and what's left to try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AGENTS.MD?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README.md vs AGENTS.md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</a:rPr>
              <a:t>README.md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→  For humans: setup, usage, contribution guides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AGENTS.md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→  For AI agents: code conventions, test commands, PR rules, architecture decisions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What agents need to know: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137160" cy="1371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900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How to run tests and linters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328416"/>
            <a:ext cx="137160" cy="1371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300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Naming &amp; code style conventions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39312"/>
            <a:ext cx="137160" cy="1371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11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Architecture patterns to follow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950208"/>
            <a:ext cx="137160" cy="1371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227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What NOT to modify (sensitive files)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261104"/>
            <a:ext cx="137160" cy="1371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33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</a:rPr>
              <a:t>PR/commit message format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160520" cy="3749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'better' matters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1554480"/>
            <a:ext cx="3840480" cy="868680"/>
          </a:xfrm>
          <a:prstGeom prst="rect">
            <a:avLst/>
          </a:prstGeom>
          <a:solidFill>
            <a:srgbClr val="223052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155448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618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Generic agents.md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18928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AF8"/>
                </a:solidFill>
              </a:rPr>
              <a:t>Boilerplate only — run tests, lint, commit. Agents still make wrong calls.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2560320"/>
            <a:ext cx="3840480" cy="868680"/>
          </a:xfrm>
          <a:prstGeom prst="rect">
            <a:avLst/>
          </a:prstGeom>
          <a:solidFill>
            <a:srgbClr val="223052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56032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6243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Naive extraction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289864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AF8"/>
                </a:solidFill>
              </a:rPr>
              <a:t>Pulls obvious facts. Misses architecture decisions &amp; tribal knowledge.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3566160"/>
            <a:ext cx="3840480" cy="868680"/>
          </a:xfrm>
          <a:prstGeom prst="rect">
            <a:avLst/>
          </a:prstGeom>
          <a:solidFill>
            <a:srgbClr val="223052"/>
          </a:solidFill>
          <a:ln w="12700">
            <a:solidFill>
              <a:srgbClr val="2A3D6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56616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6301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No structure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9472" y="390448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AF8"/>
                </a:solidFill>
              </a:rPr>
              <a:t>Unformatted prose agents can't parse efficiently into actions.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CHOICE: FastAPI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20240" cy="10515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87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80k+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481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</a:rPr>
              <a:t>GitHub Stars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914400"/>
            <a:ext cx="1920240" cy="10515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87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Python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1481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</a:rPr>
              <a:t>Primary Language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914400"/>
            <a:ext cx="1920240" cy="10515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987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Large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17720" y="1481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</a:rPr>
              <a:t>Active Community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914400"/>
            <a:ext cx="1920240" cy="10515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987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Complex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66560" y="1481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</a:rPr>
              <a:t>Conventions to learn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21488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Why FastAPI is ideal for this exercise: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2606040"/>
            <a:ext cx="3977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606040"/>
            <a:ext cx="54864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" y="2660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Rich Conventions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" y="294436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Strong typing, Pydantic models, dependency injection patterns — lots of 'tribal knowledge' an agent needs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606040"/>
            <a:ext cx="3977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606040"/>
            <a:ext cx="54864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5464" y="26609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Well-documented Codebase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55464" y="294436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Extensive inline comments and type hints mean signal is extractable programmatically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456432"/>
            <a:ext cx="3977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456432"/>
            <a:ext cx="54864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" y="3511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Non-trivial Architecture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" y="37947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Router structure, middleware, exception handlers — enough complexity to stress-test generation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3456432"/>
            <a:ext cx="3977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456432"/>
            <a:ext cx="54864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5464" y="3511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Active Test Suite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55464" y="37947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pytest + coverage makes 'did the agent follow conventions?' evaluable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14600" y="4306824"/>
            <a:ext cx="3977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14600" y="4306824"/>
            <a:ext cx="54864" cy="7132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60904" y="43616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Familiar Baseline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660904" y="464515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Many developers know FastAPI — easier to human-evaluate whether the AGENTS.md is accurate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APPROACH: Multi-Signal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20240" cy="18288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24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762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AST parsing,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type hints, deps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0" y="1783080"/>
            <a:ext cx="228600" cy="7315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960120"/>
            <a:ext cx="1920240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024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14600" y="15361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Semantic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Search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21762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Embed + cluster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code chunks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34840" y="1783080"/>
            <a:ext cx="228600" cy="7315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960120"/>
            <a:ext cx="1920240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024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15361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Synthesis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1762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GPT-4o reasons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over signals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0" y="1783080"/>
            <a:ext cx="228600" cy="7315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960120"/>
            <a:ext cx="1920240" cy="18288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12280" y="1024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12280" y="15361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Structure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&amp; Format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280" y="21762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Schema-driven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Markdown output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" y="29260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</a:rPr>
              <a:t>What each stage contributes to the final AGENTS.md: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</a:rPr>
              <a:t>Static Analysis 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0240" y="3337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Commands (test, lint, build), dependency constraints, file structure map, type patterns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</a:rPr>
              <a:t>Semantic Search →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3337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Architecture clusters, recurring patterns, cross-module conventions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</a:rPr>
              <a:t>LLM Synthesis 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20240" y="4023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Inferred rules ('always use Pydantic v2 validators'), anti-patterns, PR guidance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6344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</a:rPr>
              <a:t>Structure &amp; Format →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4023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Sectioned, scannable output with machine-readable headers and code blocks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SIGNAL SOURCES IN DEPTH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4069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32688"/>
            <a:ext cx="406908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96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Static Analysis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" y="1463040"/>
            <a:ext cx="109728" cy="10972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408176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pyproject.toml / setup.cfg → exact test/lint commands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" y="1801368"/>
            <a:ext cx="109728" cy="10972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74650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AST: class hierarchies, decorator usage (e.g. @app.get)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" y="2139696"/>
            <a:ext cx="109728" cy="10972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084832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Import graph: external deps, internal module boundaries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" y="2478024"/>
            <a:ext cx="109728" cy="10972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423160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Type annotation coverage (guides what's safe to modify)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932688"/>
            <a:ext cx="4069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932688"/>
            <a:ext cx="406908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996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Semantic Clustering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73752" y="146304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56632" y="1408176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Embed all files using text-embedding-3-small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73752" y="180136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174650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DBSCAN cluster → identify architectural 'zones'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73752" y="213969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2084832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Name clusters with LLM: 'Auth layer', 'Router definitions'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73752" y="247802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2423160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Reveal hidden conventions not in any README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108960"/>
            <a:ext cx="4069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108960"/>
            <a:ext cx="40690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172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Synthesis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" y="363931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" y="358444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Feed top-k representative chunks per cluster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" y="397764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3922776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Prompt: 'What would a new dev get wrong here?'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" y="431596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" y="426110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Extract implicit rules, naming idioms, gotchas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" y="465429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4599432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Self-critique pass: remove hallucinated commands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3108960"/>
            <a:ext cx="40690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108960"/>
            <a:ext cx="4069080" cy="38404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172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 History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73752" y="3639312"/>
            <a:ext cx="109728" cy="109728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56632" y="3584448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git log: which files change together (coupling)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73752" y="3977640"/>
            <a:ext cx="109728" cy="109728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56632" y="3922776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PR patterns: branch naming, squash vs merge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73752" y="4315968"/>
            <a:ext cx="109728" cy="109728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56632" y="4261104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Blame: ownership hints for caution areas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73752" y="4654296"/>
            <a:ext cx="109728" cy="109728"/>
          </a:xfrm>
          <a:prstGeom prst="ellipse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56632" y="4599432"/>
            <a:ext cx="3611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Churn: unstable files agents should avoid touching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AGENTS.MD: Key Sections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2816352" cy="18745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2816352" cy="347472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92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A8A6"/>
                </a:solidFill>
              </a:rPr>
              <a:t>§1  Environment &amp; Commands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35024"/>
            <a:ext cx="2633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-e '.[dev]'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tests/ -x --cov=fastapi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ruff check . &amp;&amp; mypy fastapi/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```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2331720"/>
            <a:ext cx="2816352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5915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</a:rPr>
              <a:t>Exact, runnable. Not 'run tests' — the actual command.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72968" y="914400"/>
            <a:ext cx="2816352" cy="18745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914400"/>
            <a:ext cx="2816352" cy="347472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9692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A8A6"/>
                </a:solidFill>
              </a:rPr>
              <a:t>§2  Architecture Map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64408" y="1335024"/>
            <a:ext cx="2633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fastapi/routing.py → Core router logic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fastapi/dependencies/ → DI system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fastapi/security/ → Auth helpers (caution)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172968" y="2331720"/>
            <a:ext cx="2816352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235915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</a:rPr>
              <a:t>Cluster-derived. Tells agent WHERE things live.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17336" y="914400"/>
            <a:ext cx="2816352" cy="18745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914400"/>
            <a:ext cx="2816352" cy="347472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9692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A8A6"/>
                </a:solidFill>
              </a:rPr>
              <a:t>§3  Code Conventions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08776" y="1335024"/>
            <a:ext cx="2633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 Annotated[T, ...] not T = Depends(...)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Pydantic v2: model_config not class Config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Routers in routers/, not inline in main.py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117336" y="2331720"/>
            <a:ext cx="2816352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8776" y="235915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</a:rPr>
              <a:t>LLM-extracted from codebase patterns.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2926080"/>
            <a:ext cx="2816352" cy="18745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926080"/>
            <a:ext cx="2816352" cy="347472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9809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A8A6"/>
                </a:solidFill>
              </a:rPr>
              <a:t>§4  PR &amp; Contribution Rules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3346704"/>
            <a:ext cx="2633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Branch: fix/&lt;issue-num&gt;-short-desc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required for all public API changes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Squash merge only; no merge commits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28600" y="4343400"/>
            <a:ext cx="2816352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37083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</a:rPr>
              <a:t>Git-log derived. Matches actual project history.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72968" y="2926080"/>
            <a:ext cx="2816352" cy="18745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72968" y="2926080"/>
            <a:ext cx="2816352" cy="347472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64408" y="29809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A8A6"/>
                </a:solidFill>
              </a:rPr>
              <a:t>§5  Anti-Patterns &amp; Gotchas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64408" y="3346704"/>
            <a:ext cx="2633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Don't use app.include_router inside functions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Don't mutate request.state across middleware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Use HTTPException, not raw Response for errors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172968" y="4343400"/>
            <a:ext cx="2816352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64408" y="437083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</a:rPr>
              <a:t>Highest-value section. Zero overlap with README.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17336" y="2926080"/>
            <a:ext cx="2816352" cy="187452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17336" y="2926080"/>
            <a:ext cx="2816352" cy="347472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08776" y="29809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A8A6"/>
                </a:solidFill>
              </a:rPr>
              <a:t>§6  File Change Risk Map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08776" y="3346704"/>
            <a:ext cx="2633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RISK: fastapi/routing.py (high churn)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RISK: fastapi/testclient.py (stable)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6EA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AVOID: security/ without full test coverage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117336" y="4343400"/>
            <a:ext cx="2816352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08776" y="437083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</a:rPr>
              <a:t>Git churn + blame. New section not in naive gen.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EVALUATION: Defining 'Better'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8755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2B4A"/>
                </a:solidFill>
              </a:rPr>
              <a:t>Better = An agent using our AGENTS.md makes fewer mistakes and needs fewer retries.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269748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56362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Factual 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Commands run without error (recall)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146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No hallucinated module paths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175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Conventions match actual codebase (spot-check 20 rules)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4114800"/>
            <a:ext cx="2697480" cy="64008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416052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How: Automated: run every command listed. Manual: sample 20 conventions.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0" y="150876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508760"/>
            <a:ext cx="26974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56362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 Completion Rate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2057400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0116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Agent with our AGENTS.md vs. baseline on 10 tasks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2560320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5146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Tasks: add endpoint, fix bug, add test, refactor module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37560" y="3063240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30175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Metric: first-attempt pass rate without human correction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4114800"/>
            <a:ext cx="2697480" cy="64008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416052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How: A/B test: same agent, same task set, different AGENTS.md.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80760" y="150876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1508760"/>
            <a:ext cx="26974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0488" y="156362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Coverage &amp; Novelty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05740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0116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Sections absent from baseline generation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256032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25146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% of conventions not in README or CONTRIBUTING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306324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0175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Information density: useful tokens / total tokens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80760" y="4114800"/>
            <a:ext cx="2697480" cy="64008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0488" y="416052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How: Diff vs. naive generated AGENTS.md. Manual novelty rating.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EVALUATION RESULTS (Illustrative)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* Results shown are directional estimates based on manual review and limited automated testing.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23444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80760" y="12344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17920" y="135331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</a:rPr>
              <a:t>Key Takeaways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1810512"/>
            <a:ext cx="2487168" cy="5943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91072" y="185623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</a:rPr>
              <a:t>+23pt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91072" y="2130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</a:rPr>
              <a:t>commands that run clean (factual grounding)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217920" y="2505456"/>
            <a:ext cx="2487168" cy="5943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91072" y="25511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</a:rPr>
              <a:t>+32pt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291072" y="28254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</a:rPr>
              <a:t>convention accuracy (LLM synthesis matters)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217920" y="3200400"/>
            <a:ext cx="2487168" cy="5943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91072" y="32461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A169"/>
                </a:solidFill>
              </a:rPr>
              <a:t>+23pt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291072" y="3520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</a:rPr>
              <a:t>task first-pass rate (the real metric)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217920" y="3895344"/>
            <a:ext cx="2487168" cy="5943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91072" y="39410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</a:rPr>
              <a:t>+46pt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91072" y="42153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748"/>
                </a:solidFill>
              </a:rPr>
              <a:t>novel info vs. README (biggest differentiator)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TRADEOFFS &amp; DESIGN DECISIONS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73152" cy="18745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</a:rPr>
              <a:t>LLM Synthesis vs. Pure Extraction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Chose: LLM synthesis for anti-patterns &amp; gotchas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Higher quality but introduces hallucination risk — mitigated by self-critique pass + command validation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73152" cy="1874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5156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Depth vs. Length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Chose: Cap at ~500 lines, prioritize density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7373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Agents have finite context windows. A 3,000-line AGENTS.md gets ignored. We rank sections by task-relevance frequency.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71800"/>
            <a:ext cx="73152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632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Freshness vs. Cost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4290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Chose: Regenerate on structural git changes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7490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Full pipeline costs ~$0.40/run (OpenAI). Triggered by CI on schema-level diffs, not every commit.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71800"/>
            <a:ext cx="73152" cy="187452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0632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A169"/>
                </a:solidFill>
              </a:rPr>
              <a:t>Generic Schema vs. Project-Specific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34290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4A"/>
                </a:solidFill>
              </a:rPr>
              <a:t>Chose: Shared schema, project-tuned prompts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7490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</a:rPr>
              <a:t>Generic schema enables tooling reuse. Project-specific prompts (few-shot from CONTRIBUTING.md) improve accuracy.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ALTERNATIVES: Considered &amp; Future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23360" cy="3474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96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Considered &amp; Discarded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868680"/>
            <a:ext cx="411480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896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Future / Would Explore Next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25880"/>
            <a:ext cx="54864" cy="8046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3716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</a:rPr>
              <a:t>RAG over full codebase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16459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Too expensive per-run, noise-heavy. Semantic clustering + sampling achieves 80% of gains at 10% of cost.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221992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21992"/>
            <a:ext cx="54864" cy="8046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2677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</a:rPr>
              <a:t>Ask humans to fill a template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912" y="25420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Defeats the purpose. Also tends to be incomplete — people forget what agents actually struggle with.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118104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18104"/>
            <a:ext cx="54864" cy="8046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1638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</a:rPr>
              <a:t>Eval by asking LLM to score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8912" y="343814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LLM-as-judge for its own output is circular. Replaced with task-completion A/B test as ground truth.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4014216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014216"/>
            <a:ext cx="54864" cy="8046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40599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</a:rPr>
              <a:t>Daily regeneration in CI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8912" y="433425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Cost not justified. Most AGENTS.md content is stable. Trigger on structural diffs instead.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1325880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325880"/>
            <a:ext cx="54864" cy="8046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3716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</a:rPr>
              <a:t>Feedback loop from agent traces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28032" y="16459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Parse actual agent run logs to identify which sections were cited, which were missing.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22199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221992"/>
            <a:ext cx="54864" cy="8046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22677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</a:rPr>
              <a:t>Per-task AGENTS.md slices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28032" y="254203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Different agents need different info. A refactoring task needs arch map; a bug fix needs gotchas.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3118104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118104"/>
            <a:ext cx="54864" cy="8046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1638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</a:rPr>
              <a:t>Cross-repo evaluation suite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28032" y="3438144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Standardized benchmark: 50 repos × 10 tasks, measure first-pass rate across AGENTS.md variants.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4014216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4014216"/>
            <a:ext cx="54864" cy="8046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405993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</a:rPr>
              <a:t>Human expert calibration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28032" y="433425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Have a senior contributor rate each generated convention for accuracy and completeness (ground truth).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HONEST LIMITATIONS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What I'm less confident about: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264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</a:rPr>
              <a:t>Evaluation sample size is small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tasks across 1 project isn't enough to make statistical claims. Need 50+ tasks and 5+ projects to distinguish signal from noise.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4264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</a:rPr>
              <a:t>Agent behavior varies by model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92040" y="17190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A/B test results are specific to the model tested. GPT-4o may use AGENTS.md differently than Claude or Cursor's built-in agent.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33172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33172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86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</a:rPr>
              <a:t>LLM hallucination in synthesis step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26791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Self-critique pass reduces but doesn't eliminate invented conventions. Human review of the anti-patterns section is still recommended.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33172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33172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86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</a:rPr>
              <a:t>Novelty ≠ correctness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67919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Our AGENTS.md has more novel information than the README — but 'new' content that's wrong is worse than no content. Need accuracy eval on novel sections specifically.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14600" y="3291840"/>
            <a:ext cx="4069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14600" y="329184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33467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3748"/>
                </a:solidFill>
              </a:rPr>
              <a:t>Staleness problem unsolved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97480" y="36393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We trigger regeneration on structural diffs — but convention drift is subtle and doesn't always show up in AST changes. Long-lived AGENTS.md files will rot.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ITERATIVE IMPROVEMENT LOOP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1691640" cy="1417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Baseline v0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Minimal, generic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AGENTS.md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06040" y="2226564"/>
            <a:ext cx="685800" cy="7315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2153412"/>
            <a:ext cx="45720" cy="219456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554480"/>
            <a:ext cx="1691640" cy="1417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6916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across 8 metrics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3317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Score each dimension,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find weakest 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83480" y="2226564"/>
            <a:ext cx="685800" cy="7315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23560" y="2153412"/>
            <a:ext cx="45720" cy="219456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1554480"/>
            <a:ext cx="169164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0" y="16916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LLM Rewrites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targeting weak spots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23317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Improver sees exact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scores + evidence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60920" y="2226564"/>
            <a:ext cx="-45720" cy="7315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69480" y="2153412"/>
            <a:ext cx="45720" cy="219456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1554480"/>
            <a:ext cx="1691640" cy="141732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169164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Save vN,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check plateau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23317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Stop if Δscore &lt; 2%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or max iters reached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4400" y="3108960"/>
            <a:ext cx="7223760" cy="64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3200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↺  loop until plateau or max iterations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Output files per run: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858768"/>
            <a:ext cx="91440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858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AGENTS_v0.md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029968" y="3858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Baseline — minimal, generic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206240"/>
            <a:ext cx="91440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4206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AGENTS_v1.md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029968" y="4206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After 1 LLM improvement pass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553712"/>
            <a:ext cx="9144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45537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AGENTS_v2.md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29968" y="45537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Targeting remaining weak metrics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3858768"/>
            <a:ext cx="91440" cy="20116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858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AGENTS_v3.md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27648" y="3858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Final — plateau or max iters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4206240"/>
            <a:ext cx="9144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4206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scores.json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27648" y="4206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</a:rPr>
              <a:t>Full metric trajectory for analysis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8 EVALUATION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9144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78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Command Validity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12618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3E3E"/>
                </a:solidFill>
              </a:rPr>
              <a:t>Catches: Commands that don't run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" y="14996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How: subprocess.run() every command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64008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9784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Section Coverage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3752" y="12618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3E3E"/>
                </a:solidFill>
              </a:rPr>
              <a:t>Catches: Missing high-value sections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73752" y="14996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How: Weighted regex over section headers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938528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38528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0025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Specificity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2286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3E3E"/>
                </a:solidFill>
              </a:rPr>
              <a:t>Catches: Generic advice vs. concrete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" y="25237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How: Count file paths, vague phrases, code blocks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1938528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938528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20025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Novelty vs README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73752" y="22860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3E3E"/>
                </a:solidFill>
              </a:rPr>
              <a:t>Catches: Restating what's already written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73752" y="25237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How: 6-word window overlap vs README/CONTRIBUTING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962656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62656"/>
            <a:ext cx="64008" cy="9144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0266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Information Density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" y="33101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3E3E"/>
                </a:solidFill>
              </a:rPr>
              <a:t>Catches: Filler lines, padding, bloat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8912" y="3547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How: Useful lines / total lines ratio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2962656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962656"/>
            <a:ext cx="64008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0266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Actionability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73752" y="33101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3E3E"/>
                </a:solidFill>
              </a:rPr>
              <a:t>Catches: Sections with no concrete action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73752" y="3547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How: Every H2/H3 needs code, bullets, or DO/DON'T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986784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986784"/>
            <a:ext cx="64008" cy="9144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0507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Machine Parsability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8912" y="43342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3E3E"/>
                </a:solidFill>
              </a:rPr>
              <a:t>Catches: Untagged blocks, long paragraphs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8912" y="4572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How: Structural analysis of heading + block patterns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3986784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986784"/>
            <a:ext cx="64008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73752" y="40507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</a:rPr>
              <a:t>Repo Grounding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73752" y="43342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3E3E"/>
                </a:solidFill>
              </a:rPr>
              <a:t>Catches: Made-up file paths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73752" y="4572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How: Check every backtick path against filesystem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SCORECARD: Baseline v0 → v3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96112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896112"/>
            <a:ext cx="2377440" cy="3931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29400" y="1005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Overall Score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629400" y="1481328"/>
            <a:ext cx="21031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93408" y="15727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AF8"/>
                </a:solidFill>
              </a:rPr>
              <a:t>v0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040880" y="155448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818120" y="16459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Baseline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629400" y="2231136"/>
            <a:ext cx="21031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93408" y="23225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AF8"/>
                </a:solidFill>
              </a:rPr>
              <a:t>v1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040880" y="230428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A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818120" y="23957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A169"/>
                </a:solidFill>
              </a:rPr>
              <a:t>+25pts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629400" y="2980944"/>
            <a:ext cx="21031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93408" y="30723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AF8"/>
                </a:solidFill>
              </a:rPr>
              <a:t>v2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040880" y="305409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818120" y="31455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A169"/>
                </a:solidFill>
              </a:rPr>
              <a:t>+15pts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629400" y="3730752"/>
            <a:ext cx="21031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3408" y="38221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AF8"/>
                </a:solidFill>
              </a:rPr>
              <a:t>v3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040880" y="380390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7818120" y="38953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8A169"/>
                </a:solidFill>
              </a:rPr>
              <a:t>+8pts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CODE: improve_agents_md.py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530352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32688"/>
            <a:ext cx="54864" cy="47548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926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evaluate(content, repo, version)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</a:rPr>
              <a:t>Runs all 8 metrics → Scorecard dataclass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472184"/>
            <a:ext cx="530352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72184"/>
            <a:ext cx="54864" cy="47548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0876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metric_command_validity()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72821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</a:rPr>
              <a:t>subprocess.run() every command found in code fences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530352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011680"/>
            <a:ext cx="54864" cy="47548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4825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metric_novelty()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267712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</a:rPr>
              <a:t>6-word window overlap vs README + CONTRIBUTING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551176"/>
            <a:ext cx="530352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551176"/>
            <a:ext cx="54864" cy="47548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58775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metric_specificity()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2807208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</a:rPr>
              <a:t>Counts file paths, vague phrases, ✅/❌ markers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090672"/>
            <a:ext cx="530352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090672"/>
            <a:ext cx="54864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2724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improve(content, scorecard, ...)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3346704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</a:rPr>
              <a:t>LLM rewrite — told which metrics are weakest + evidence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630168"/>
            <a:ext cx="530352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30168"/>
            <a:ext cx="54864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66674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extract_repo_context(repo)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388620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</a:rPr>
              <a:t>File tree, pyproject.toml, README excerpt, git log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4169664"/>
            <a:ext cx="5303520" cy="475488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169664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20624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run_pipeline(...)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1480" y="4425696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</a:rPr>
              <a:t>Main loop: eval → improve → save → plateau check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806440" y="932688"/>
            <a:ext cx="306324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97840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Design Decisions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06440" y="1389888"/>
            <a:ext cx="306324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45389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Metrics are pure functions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97880" y="17373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</a:rPr>
              <a:t>Each metric is (content, repo) → MetricScore. Independently testable, swappable.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806440" y="2304288"/>
            <a:ext cx="306324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36829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Improver sees evidence, not just scores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97880" y="26517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</a:rPr>
              <a:t>Not just '20% specificity' but 'found 4 vague phrases, 0 file paths'.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806440" y="3218688"/>
            <a:ext cx="306324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328269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Graceful degradation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97880" y="35661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</a:rPr>
              <a:t>No OpenAI key? Falls back to template render from static signals alone.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806440" y="4133088"/>
            <a:ext cx="3063240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97880" y="419709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Plateau detection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97880" y="44805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</a:rPr>
              <a:t>Stops early if Δscore &lt; 2% — avoids LLM churn with diminishing returns.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SUMMARY: Principles for Better AGENTS.md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A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32688" y="10698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Ground truth first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14356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AF8"/>
                </a:solidFill>
              </a:rPr>
              <a:t>Every command must be runnable. A wrong command actively harms agents. Validate all of them.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206240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51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A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67528" y="10698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Novelty over repetition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67528" y="14356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AF8"/>
                </a:solidFill>
              </a:rPr>
              <a:t>Don't restate the README. The highest-value content is what's NOT already written down — the implicit rules.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206240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A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32688" y="2395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Evaluate on task completion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32688" y="276148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AF8"/>
                </a:solidFill>
              </a:rPr>
              <a:t>The only metric that matters is: does an agent make fewer mistakes with this file? Everything else is proxy.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2286000"/>
            <a:ext cx="4206240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A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67528" y="2395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Structure for machine parsing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67528" y="276148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AF8"/>
                </a:solidFill>
              </a:rPr>
              <a:t>Agents scan, not read. Use consistent section headers, code blocks, and explicit DO/DON'T formatting.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206240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703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A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2688" y="37216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Acknowledge uncertainty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40873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AF8"/>
                </a:solidFill>
              </a:rPr>
              <a:t>Flag sections with low confidence. An uncertain convention should be marked — not silently included.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3611880"/>
            <a:ext cx="4206240" cy="1170432"/>
          </a:xfrm>
          <a:prstGeom prst="rect">
            <a:avLst/>
          </a:prstGeom>
          <a:solidFill>
            <a:srgbClr val="1E3A5F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703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A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67528" y="37216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 for staleness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67528" y="40873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AF8"/>
                </a:solidFill>
              </a:rPr>
              <a:t>AGENTS.md without a refresh mechanism is a liability. Trigger on structural code changes, not just commits.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4A8A6"/>
                </a:solidFill>
              </a:rPr>
              <a:t>Approach · Evaluation · Tradeoffs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3291840"/>
            <a:ext cx="1600200" cy="594360"/>
          </a:xfrm>
          <a:prstGeom prst="rect">
            <a:avLst/>
          </a:prstGeom>
          <a:solidFill>
            <a:srgbClr val="0E7C7B">
              <a:alpha val="40000"/>
            </a:srgbClr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31927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0360" y="3291840"/>
            <a:ext cx="1600200" cy="594360"/>
          </a:xfrm>
          <a:prstGeom prst="rect">
            <a:avLst/>
          </a:prstGeom>
          <a:solidFill>
            <a:srgbClr val="0E7C7B">
              <a:alpha val="40000"/>
            </a:srgbClr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331927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 Metrics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3291840"/>
            <a:ext cx="1600200" cy="594360"/>
          </a:xfrm>
          <a:prstGeom prst="rect">
            <a:avLst/>
          </a:prstGeom>
          <a:solidFill>
            <a:srgbClr val="0E7C7B">
              <a:alpha val="40000"/>
            </a:srgbClr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31927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Iterative Loop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46520" y="3291840"/>
            <a:ext cx="1600200" cy="594360"/>
          </a:xfrm>
          <a:prstGeom prst="rect">
            <a:avLst/>
          </a:prstGeom>
          <a:solidFill>
            <a:srgbClr val="0E7C7B">
              <a:alpha val="40000"/>
            </a:srgbClr>
          </a:solidFill>
          <a:ln w="12700">
            <a:solidFill>
              <a:srgbClr val="14A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319272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v0→v3: 42%→90%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Better AGENTS.md: Approach, Evaluation &amp; Tradeoffs</dc:title>
  <dc:subject>PptxGenJS Presentation</dc:subject>
  <dc:creator>PptxGenJS</dc:creator>
  <cp:lastModifiedBy>PptxGenJS</cp:lastModifiedBy>
  <cp:revision>1</cp:revision>
  <dcterms:created xsi:type="dcterms:W3CDTF">2026-03-24T18:55:39Z</dcterms:created>
  <dcterms:modified xsi:type="dcterms:W3CDTF">2026-03-24T18:55:39Z</dcterms:modified>
</cp:coreProperties>
</file>